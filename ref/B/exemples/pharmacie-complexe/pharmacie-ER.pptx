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9"/>
  </p:normalViewPr>
  <p:slideViewPr>
    <p:cSldViewPr snapToGrid="0">
      <p:cViewPr>
        <p:scale>
          <a:sx n="170" d="100"/>
          <a:sy n="170" d="100"/>
        </p:scale>
        <p:origin x="16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D708A8-D8B0-7720-C757-7E3CE5FA1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  <a:endParaRPr lang="en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3005B2B-A1B9-DFA1-57C9-3B30AF339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A9F9F7-F0FB-A826-7C8E-434D4CEA9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DD617-D4B1-9642-9CCB-0A54215CC243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DDD2D3-569E-8701-64ED-35B7AAD1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F651A4-1547-F22B-3B94-8936DB16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6806-4D40-984B-9795-32CDC5DCEF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9068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82B777-27A4-906A-9DE8-8B5E50761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247E12-10F8-D2EE-C094-611C76D58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AFABA2-CEC1-C5B5-B25D-A5B48C4AC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DD617-D4B1-9642-9CCB-0A54215CC243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25CE3A-779B-97CB-30A5-95AF87D61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5997C0-7214-EAF9-ECDC-A2956652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6806-4D40-984B-9795-32CDC5DCEF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2704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6FD164-2F70-21A4-5796-33247A720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FE50C4-A316-E513-1A0C-29E3E0622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0D43A6-C1A3-4F3F-6768-CE18CFC5F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DD617-D4B1-9642-9CCB-0A54215CC243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6CBBE8-F41E-1285-FC0F-6E6639D5F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31CFF9-63AD-00A5-09AE-FDE4CDBA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6806-4D40-984B-9795-32CDC5DCEF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047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9BB621-09C0-743E-A194-23A8CD632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AB119B-73C4-D2D7-AEDA-785053EF3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3143E80-FBDE-9B14-99BE-F77B544F3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B5B02E-FDA4-3A96-EAA0-F743CB09E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DD617-D4B1-9642-9CCB-0A54215CC243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0A95EA5-BAEE-4566-C3BD-00D17A3E6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8CBA774-645F-9B3C-3904-912D2F07A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6806-4D40-984B-9795-32CDC5DCEF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699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163FA2-2B70-A5A5-99FE-6C0E73140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0CAF56-1879-BA2D-BA28-08F6D5F8E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886BCF9-EFD6-CB6A-B7BD-BA9F69BD8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03B437C-C4BC-3393-732E-8CCCA3CC0B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E11E3ED-9A2A-28CF-2F42-D4AC8CAC0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A9E87F6-4F6B-6167-FAAD-43A0563D4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DD617-D4B1-9642-9CCB-0A54215CC243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F656AA2-493D-825C-4734-492ED70E9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660088F-892E-D22F-58F6-3F7A8B774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6806-4D40-984B-9795-32CDC5DCEF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34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28F09F-4898-147C-9EF7-84F2D31A7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E83F71C-A1AA-B3D4-2595-FD3AB08E4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DD617-D4B1-9642-9CCB-0A54215CC243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F150746-0ED2-BB3D-64D0-9FFAB5977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855FB1-0C9F-591E-1327-5F77C3779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6806-4D40-984B-9795-32CDC5DCEF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1235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967C9EA-F57C-32D2-2DCA-326CCD83D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DD617-D4B1-9642-9CCB-0A54215CC243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99A7720-2CD6-195E-2FB1-76A1B0665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6DD261-92D8-6903-D806-CCD87301C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6806-4D40-984B-9795-32CDC5DCEF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1818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E1D89D-9265-BADD-80EE-46F50B4A2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672354-2E88-BD1A-7558-32F76270A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8E1FB58-8BB2-3CB6-46CD-726601B92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0BF1F9-1BEC-54A4-6BB6-53033A9D9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DD617-D4B1-9642-9CCB-0A54215CC243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F7B556-700D-01A6-235A-F965BA6B0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4695D6-4721-8128-896D-C61A36799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6806-4D40-984B-9795-32CDC5DCEF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1264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D36FE2-E575-3EAA-9982-A9C9BB6AD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en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49CD275-75DE-E1AF-2B43-DF81F39CEE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AFCDAEC-B601-22C7-D1DB-C0E934179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21CE921-2B0D-DB98-FFBB-DD091AF49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DD617-D4B1-9642-9CCB-0A54215CC243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C77899D-5A3D-6C6E-1E19-FA38CC22F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C66EFEF-8B04-BB80-EB7C-9F0CDD39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6806-4D40-984B-9795-32CDC5DCEF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553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D39AAE-0C26-FD78-B471-849F161B6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777312F-2567-AC9F-DD06-D54DAB33B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1CACE-7E6F-C07A-AB1D-0223B6864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DD617-D4B1-9642-9CCB-0A54215CC243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AB7365-939F-1BC1-D86A-F2DE70C35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EF714E-1EB9-2B9F-646B-E403D908F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6806-4D40-984B-9795-32CDC5DCEF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8381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257F1BC-1DED-178F-E007-ABBA243F22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FA45605-BDC7-3175-439B-FFFCD517A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8B6854-FE5F-AA1B-F88C-7EBB238CE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DD617-D4B1-9642-9CCB-0A54215CC243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460BF9-C342-2435-7CF9-FA61056F2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2D54E8-A383-D398-3CB5-E09AEAB24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6806-4D40-984B-9795-32CDC5DCEF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9735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26E8E03-01D0-39CB-4571-26D5AB0EB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8DA7F3-E6EC-1254-8E74-1DC97CF80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E259B4-FC10-5D7F-7E54-1BC58F6C6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7DD617-D4B1-9642-9CCB-0A54215CC243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E5F0DF-8228-19A3-F911-6C5DE4053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5A3D10-C241-1CFD-310C-C189E163C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026806-4D40-984B-9795-32CDC5DCEF00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713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37C53D0-4E68-A985-33C0-357E2A956A48}"/>
              </a:ext>
            </a:extLst>
          </p:cNvPr>
          <p:cNvSpPr/>
          <p:nvPr/>
        </p:nvSpPr>
        <p:spPr>
          <a:xfrm>
            <a:off x="1764145" y="979055"/>
            <a:ext cx="1662546" cy="20439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PATIENT</a:t>
            </a:r>
            <a:br>
              <a:rPr lang="en-CA" dirty="0"/>
            </a:b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err="1"/>
              <a:t>idPatient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err="1"/>
              <a:t>idRAMQ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age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2E5C3A0-F7D6-B35B-661D-93CB0EAEC909}"/>
              </a:ext>
            </a:extLst>
          </p:cNvPr>
          <p:cNvSpPr/>
          <p:nvPr/>
        </p:nvSpPr>
        <p:spPr>
          <a:xfrm>
            <a:off x="7213163" y="979054"/>
            <a:ext cx="1956715" cy="20439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Medicament</a:t>
            </a:r>
            <a:br>
              <a:rPr lang="en-CA" dirty="0"/>
            </a:br>
            <a:r>
              <a:rPr lang="en-CA" dirty="0"/>
              <a:t>MEDICAMENT</a:t>
            </a:r>
          </a:p>
          <a:p>
            <a:pPr algn="ctr"/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err="1"/>
              <a:t>idMedic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err="1"/>
              <a:t>ageMin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23CD419-3F08-9568-554C-F0C1A1979FA5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426691" y="2001054"/>
            <a:ext cx="37864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743465F7-58F6-6EE4-3B91-F60BF4EB3F2B}"/>
              </a:ext>
            </a:extLst>
          </p:cNvPr>
          <p:cNvSpPr txBox="1"/>
          <p:nvPr/>
        </p:nvSpPr>
        <p:spPr>
          <a:xfrm>
            <a:off x="4698339" y="1651406"/>
            <a:ext cx="1388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prescription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3329E5F-3CB9-2E87-E866-3526093F2671}"/>
              </a:ext>
            </a:extLst>
          </p:cNvPr>
          <p:cNvSpPr txBox="1"/>
          <p:nvPr/>
        </p:nvSpPr>
        <p:spPr>
          <a:xfrm>
            <a:off x="3426691" y="1552755"/>
            <a:ext cx="51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0..*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22FCF91-7AD5-8605-B913-280E900C413D}"/>
              </a:ext>
            </a:extLst>
          </p:cNvPr>
          <p:cNvSpPr txBox="1"/>
          <p:nvPr/>
        </p:nvSpPr>
        <p:spPr>
          <a:xfrm>
            <a:off x="6723462" y="1552755"/>
            <a:ext cx="51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0..*</a:t>
            </a:r>
          </a:p>
        </p:txBody>
      </p:sp>
      <p:cxnSp>
        <p:nvCxnSpPr>
          <p:cNvPr id="14" name="Connecteur en angle 13">
            <a:extLst>
              <a:ext uri="{FF2B5EF4-FFF2-40B4-BE49-F238E27FC236}">
                <a16:creationId xmlns:a16="http://schemas.microsoft.com/office/drawing/2014/main" id="{4E95C7C1-62DB-8CDA-82BD-144F6ECC7820}"/>
              </a:ext>
            </a:extLst>
          </p:cNvPr>
          <p:cNvCxnSpPr>
            <a:cxnSpLocks/>
            <a:stCxn id="4" idx="0"/>
            <a:endCxn id="5" idx="0"/>
          </p:cNvCxnSpPr>
          <p:nvPr/>
        </p:nvCxnSpPr>
        <p:spPr>
          <a:xfrm rot="5400000" flipH="1" flipV="1">
            <a:off x="5393469" y="-1818996"/>
            <a:ext cx="1" cy="5596103"/>
          </a:xfrm>
          <a:prstGeom prst="bentConnector3">
            <a:avLst>
              <a:gd name="adj1" fmla="val 228601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97590AFE-C6FC-5760-BC33-171668507827}"/>
              </a:ext>
            </a:extLst>
          </p:cNvPr>
          <p:cNvSpPr txBox="1"/>
          <p:nvPr/>
        </p:nvSpPr>
        <p:spPr>
          <a:xfrm>
            <a:off x="4865297" y="375376"/>
            <a:ext cx="909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/>
              <a:t>allergie</a:t>
            </a:r>
            <a:endParaRPr lang="en-CA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955EB0B-5147-4C02-F2B1-454F53C777C1}"/>
              </a:ext>
            </a:extLst>
          </p:cNvPr>
          <p:cNvSpPr txBox="1"/>
          <p:nvPr/>
        </p:nvSpPr>
        <p:spPr>
          <a:xfrm>
            <a:off x="2091747" y="616074"/>
            <a:ext cx="51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0..*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673CB4A-6479-8740-5AD1-0EDE83F9863F}"/>
              </a:ext>
            </a:extLst>
          </p:cNvPr>
          <p:cNvSpPr txBox="1"/>
          <p:nvPr/>
        </p:nvSpPr>
        <p:spPr>
          <a:xfrm>
            <a:off x="8197871" y="616074"/>
            <a:ext cx="51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0..*</a:t>
            </a:r>
          </a:p>
        </p:txBody>
      </p:sp>
      <p:cxnSp>
        <p:nvCxnSpPr>
          <p:cNvPr id="20" name="Connecteur en angle 19">
            <a:extLst>
              <a:ext uri="{FF2B5EF4-FFF2-40B4-BE49-F238E27FC236}">
                <a16:creationId xmlns:a16="http://schemas.microsoft.com/office/drawing/2014/main" id="{AD37E902-EC17-01AD-D5D4-6C3FB9F645BB}"/>
              </a:ext>
            </a:extLst>
          </p:cNvPr>
          <p:cNvCxnSpPr>
            <a:cxnSpLocks/>
            <a:stCxn id="5" idx="2"/>
            <a:endCxn id="5" idx="3"/>
          </p:cNvCxnSpPr>
          <p:nvPr/>
        </p:nvCxnSpPr>
        <p:spPr>
          <a:xfrm rot="5400000" flipH="1" flipV="1">
            <a:off x="8169699" y="2022875"/>
            <a:ext cx="1021999" cy="978357"/>
          </a:xfrm>
          <a:prstGeom prst="bentConnector4">
            <a:avLst>
              <a:gd name="adj1" fmla="val -22368"/>
              <a:gd name="adj2" fmla="val 12336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7C8BFBEC-005C-8F05-C2CC-CD2826F27456}"/>
              </a:ext>
            </a:extLst>
          </p:cNvPr>
          <p:cNvSpPr txBox="1"/>
          <p:nvPr/>
        </p:nvSpPr>
        <p:spPr>
          <a:xfrm>
            <a:off x="8086588" y="3253652"/>
            <a:ext cx="1503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incompatible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A596813-F5B6-8A05-FD1A-F4E5DCC36121}"/>
              </a:ext>
            </a:extLst>
          </p:cNvPr>
          <p:cNvSpPr txBox="1"/>
          <p:nvPr/>
        </p:nvSpPr>
        <p:spPr>
          <a:xfrm>
            <a:off x="9263892" y="1524123"/>
            <a:ext cx="51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0..*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715FB642-D3B3-BD61-4F78-8B7208C503AE}"/>
              </a:ext>
            </a:extLst>
          </p:cNvPr>
          <p:cNvSpPr txBox="1"/>
          <p:nvPr/>
        </p:nvSpPr>
        <p:spPr>
          <a:xfrm>
            <a:off x="7687849" y="3016701"/>
            <a:ext cx="51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0..*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41B50574-1323-50DD-154A-A33CC82CDFD5}"/>
              </a:ext>
            </a:extLst>
          </p:cNvPr>
          <p:cNvSpPr/>
          <p:nvPr/>
        </p:nvSpPr>
        <p:spPr>
          <a:xfrm>
            <a:off x="4421461" y="3312609"/>
            <a:ext cx="1956715" cy="7572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SEXE</a:t>
            </a:r>
          </a:p>
        </p:txBody>
      </p:sp>
      <p:cxnSp>
        <p:nvCxnSpPr>
          <p:cNvPr id="34" name="Connecteur en angle 33">
            <a:extLst>
              <a:ext uri="{FF2B5EF4-FFF2-40B4-BE49-F238E27FC236}">
                <a16:creationId xmlns:a16="http://schemas.microsoft.com/office/drawing/2014/main" id="{B5A86D91-7241-0E68-CE7B-5EC8790ED05B}"/>
              </a:ext>
            </a:extLst>
          </p:cNvPr>
          <p:cNvCxnSpPr>
            <a:stCxn id="4" idx="2"/>
            <a:endCxn id="26" idx="1"/>
          </p:cNvCxnSpPr>
          <p:nvPr/>
        </p:nvCxnSpPr>
        <p:spPr>
          <a:xfrm rot="16200000" flipH="1">
            <a:off x="3174356" y="2444114"/>
            <a:ext cx="668167" cy="1826043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78229EC6-AB31-098C-0519-8633847C4120}"/>
              </a:ext>
            </a:extLst>
          </p:cNvPr>
          <p:cNvSpPr txBox="1"/>
          <p:nvPr/>
        </p:nvSpPr>
        <p:spPr>
          <a:xfrm>
            <a:off x="3704450" y="3321887"/>
            <a:ext cx="51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0..*</a:t>
            </a:r>
            <a:endParaRPr lang="en-CA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AB1D7C3B-82C8-A2DC-748A-841F9D7C80B2}"/>
              </a:ext>
            </a:extLst>
          </p:cNvPr>
          <p:cNvSpPr txBox="1"/>
          <p:nvPr/>
        </p:nvSpPr>
        <p:spPr>
          <a:xfrm>
            <a:off x="2578308" y="3669368"/>
            <a:ext cx="63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/>
              <a:t>sexe</a:t>
            </a:r>
            <a:endParaRPr lang="en-CA" dirty="0"/>
          </a:p>
        </p:txBody>
      </p:sp>
      <p:cxnSp>
        <p:nvCxnSpPr>
          <p:cNvPr id="38" name="Connecteur en angle 37">
            <a:extLst>
              <a:ext uri="{FF2B5EF4-FFF2-40B4-BE49-F238E27FC236}">
                <a16:creationId xmlns:a16="http://schemas.microsoft.com/office/drawing/2014/main" id="{21085690-E580-6E25-DC82-A7E2BCB92ECE}"/>
              </a:ext>
            </a:extLst>
          </p:cNvPr>
          <p:cNvCxnSpPr>
            <a:cxnSpLocks/>
            <a:stCxn id="26" idx="0"/>
          </p:cNvCxnSpPr>
          <p:nvPr/>
        </p:nvCxnSpPr>
        <p:spPr>
          <a:xfrm rot="5400000" flipH="1" flipV="1">
            <a:off x="5940663" y="2040109"/>
            <a:ext cx="731656" cy="181334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C7F63615-BFB2-C722-FCA9-2709DFF97F19}"/>
              </a:ext>
            </a:extLst>
          </p:cNvPr>
          <p:cNvSpPr txBox="1"/>
          <p:nvPr/>
        </p:nvSpPr>
        <p:spPr>
          <a:xfrm>
            <a:off x="5380056" y="2943277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0..1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647764C7-62E5-FCA2-539E-4952CDB0FA87}"/>
              </a:ext>
            </a:extLst>
          </p:cNvPr>
          <p:cNvSpPr txBox="1"/>
          <p:nvPr/>
        </p:nvSpPr>
        <p:spPr>
          <a:xfrm>
            <a:off x="5390697" y="2585581"/>
            <a:ext cx="120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restriction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EEBD8A6B-2DC9-8040-ACC7-64EB5706F934}"/>
              </a:ext>
            </a:extLst>
          </p:cNvPr>
          <p:cNvSpPr txBox="1"/>
          <p:nvPr/>
        </p:nvSpPr>
        <p:spPr>
          <a:xfrm>
            <a:off x="6742528" y="2244500"/>
            <a:ext cx="51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0..*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E3A5676B-6F06-F1DF-5AA1-15C23BDFEEF0}"/>
              </a:ext>
            </a:extLst>
          </p:cNvPr>
          <p:cNvSpPr txBox="1"/>
          <p:nvPr/>
        </p:nvSpPr>
        <p:spPr>
          <a:xfrm>
            <a:off x="2058396" y="3059668"/>
            <a:ext cx="51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0..*</a:t>
            </a:r>
          </a:p>
        </p:txBody>
      </p:sp>
    </p:spTree>
    <p:extLst>
      <p:ext uri="{BB962C8B-B14F-4D97-AF65-F5344CB8AC3E}">
        <p14:creationId xmlns:p14="http://schemas.microsoft.com/office/powerpoint/2010/main" val="392689786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39</Words>
  <Application>Microsoft Macintosh PowerPoint</Application>
  <PresentationFormat>Grand écran</PresentationFormat>
  <Paragraphs>26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 Frappier</dc:creator>
  <cp:lastModifiedBy>Marc Frappier</cp:lastModifiedBy>
  <cp:revision>7</cp:revision>
  <dcterms:created xsi:type="dcterms:W3CDTF">2025-10-27T19:41:15Z</dcterms:created>
  <dcterms:modified xsi:type="dcterms:W3CDTF">2025-10-27T21:46:05Z</dcterms:modified>
</cp:coreProperties>
</file>